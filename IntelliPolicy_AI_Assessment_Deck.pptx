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01168"/>
            <a:ext cx="2560320" cy="50292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07FC8"/>
                </a:solidFill>
                <a:latin typeface="Calibri"/>
              </a:rPr>
              <a:t>COTIVITI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7FC8"/>
                </a:solidFill>
                <a:latin typeface="Calibri"/>
              </a:rPr>
              <a:t>Healthcare Intelligence — Intern Technical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8046720" cy="228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IntelliPolicy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7FC8"/>
                </a:solidFill>
                <a:latin typeface="Calibri"/>
              </a:rPr>
              <a:t>Intelligent Healthcare Policy Analysis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8046720" cy="22860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Submitted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37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Sohith Kampalli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398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Role: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398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Software Engineer Intern — Cotiviti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422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Stack: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422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Next.js 14  ·  FastAPI  ·  Python 3.13  ·  BAAI BGE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Deployment: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4456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Railway (Docker)  +  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946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Date: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9469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June 30,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CONFIDENTIAL — For Assessment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01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7FC8"/>
                </a:solidFill>
                <a:latin typeface="Calibri"/>
              </a:rPr>
              <a:t>The challenge IntelliPolicy AI was built to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023360" cy="2011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99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📄  Manual Policy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Analysts spend 60–80 % of time manually reading multi-hundred-page PDF policy manuals to answer single coverage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34440"/>
            <a:ext cx="4023360" cy="2011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99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⏱  Slow Decision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830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Prior-authorization decisions require cross-referencing multiple policy versions, causing average cycle times of 3–5 business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4023360" cy="2011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85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⚠  Version Drift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Organisations manage 10–50 active policy versions simultaneously; detecting changes between versions is a fully manual, error-prone process.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520440"/>
            <a:ext cx="4023360" cy="2011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685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🔍  No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06908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Current workflows have no structured log of which policy evidence supported a coverage decision, creating compliance and appeal liability.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02  | 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7FC8"/>
                </a:solidFill>
                <a:latin typeface="Calibri"/>
              </a:rPr>
              <a:t>A full-stack RAG platform with five specialised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697480" cy="228600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6974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📥 Document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09928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PDF → pdfplumber → 512-token chunks
with 64-token overlap → BAAI/bge-small-en-v1.5
embeddings → in-memory vector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1234440"/>
            <a:ext cx="2697480" cy="228600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79" y="1234440"/>
            <a:ext cx="26974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298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709928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Semantic + BM25 hybrid retrieval (70/30)
Reranking → Sentence filtering → Gemini/
Claude/GPT LLM generation with citations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234440"/>
            <a:ext cx="2697480" cy="228600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234440"/>
            <a:ext cx="26974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2984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⚖  Policy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709928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Side-by-side diff of two policy documents.
Section-level change detection with risk
scoring (High / Medium / Low)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03320"/>
            <a:ext cx="2697480" cy="228600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26974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Rule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78808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Extracts structured business rules from raw
policy text. IF / THEN logic, CPT codes,
prior-auth flags, documentation 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79" y="3703320"/>
            <a:ext cx="2697480" cy="228600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79" y="3703320"/>
            <a:ext cx="26974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🛡 Claims 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4178808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Validates CPT + ICD-10 + plan type against
extracted rules. Returns Approved / Denied /
Needs Review with confidence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03320"/>
            <a:ext cx="2697480" cy="228600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3703320"/>
            <a:ext cx="26974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🔎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178808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Full immutable log of every AI decision:
retrieved pages, reasoning steps, citations,
confidence, and session replay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03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7FC8"/>
                </a:solidFill>
                <a:latin typeface="Calibri"/>
              </a:rPr>
              <a:t>Five-agent pipeline with RAG at its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371600" cy="210312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37160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28016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/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664208"/>
            <a:ext cx="1225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Next.js 14
Tailwind CSS
Framer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57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2D8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234440"/>
            <a:ext cx="1371600" cy="210312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1234440"/>
            <a:ext cx="137160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1992" y="128016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FastAPI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1664208"/>
            <a:ext cx="1225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CORS middleware
Pydantic v2 schemas
Lifespan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2D8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234440"/>
            <a:ext cx="1371600" cy="210312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1234440"/>
            <a:ext cx="137160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128016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D2E"/>
                </a:solidFill>
                <a:latin typeface="Calibri"/>
              </a:rPr>
              <a:t>5 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664208"/>
            <a:ext cx="1225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Intake · Retrieval
QA · Compare
Rule ·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057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2D8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234440"/>
            <a:ext cx="1371600" cy="210312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1234440"/>
            <a:ext cx="137160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128016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LLM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1664208"/>
            <a:ext cx="1225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Gemini 1.5 Flash
Claude Sonnet
GPT-4o 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057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2D8B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1234440"/>
            <a:ext cx="1371600" cy="210312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1234440"/>
            <a:ext cx="1371600" cy="384048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128016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Vector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1664208"/>
            <a:ext cx="1225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BAAI bge-small
384-dim embeddings
In-memory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40"/>
            <a:ext cx="8595360" cy="3657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3931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0D2E"/>
                </a:solidFill>
                <a:latin typeface="Calibri"/>
              </a:rPr>
              <a:t>Data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005072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0D2E"/>
                </a:solidFill>
                <a:latin typeface="Calibri"/>
              </a:rPr>
              <a:t>① PDF upload → pdfplumber text extraction → 512-token sliding-window chunking (64 overlap)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434840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0D2E"/>
                </a:solidFill>
                <a:latin typeface="Calibri"/>
              </a:rPr>
              <a:t>② Each chunk embedded with BAAI/bge-small-en-v1.5 (384 dimensions, MPS-accelerated on Mac)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864608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0D2E"/>
                </a:solidFill>
                <a:latin typeface="Calibri"/>
              </a:rPr>
              <a:t>③ Query → embed → cosine similarity top-10 → BM25 keyword score → 70/30 fusion rerank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294376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0D2E"/>
                </a:solidFill>
                <a:latin typeface="Calibri"/>
              </a:rPr>
              <a:t>④ Sentence filter removes boilerplate (ToC, transmittal headers, contact lines)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724144"/>
            <a:ext cx="8321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0D2E"/>
                </a:solidFill>
                <a:latin typeface="Calibri"/>
              </a:rPr>
              <a:t>⑤ Top-5 filtered chunks → structured LLM prompt → JSON response with key_points, confidence_label, citations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04  |  AI Assistant —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Retrieval-Augmented Generation with hybrid search and hallucination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508760" cy="256032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50876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Query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1325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Extract keywords
Remove stopwords
Detect question type
(overview vs specific)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1" y="22860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7FC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9968" y="1234440"/>
            <a:ext cx="1508760" cy="256032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29968" y="1234440"/>
            <a:ext cx="150876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Hybrid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1691640"/>
            <a:ext cx="1325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Semantic search
(cosine similarity)
+ BM25 keyword score
70 / 30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7FC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9896" y="1234440"/>
            <a:ext cx="1508760" cy="256032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39896" y="1234440"/>
            <a:ext cx="150876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5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D2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D2E"/>
                </a:solidFill>
                <a:latin typeface="Calibri"/>
              </a:rPr>
              <a:t>Reranking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1691640"/>
            <a:ext cx="1325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Top-10 → reranked
to Top-5 by fused
score + relevance
threshold 0.35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2860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7FC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9824" y="1234440"/>
            <a:ext cx="1508760" cy="256032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9824" y="1234440"/>
            <a:ext cx="150876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1264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Sentence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1691640"/>
            <a:ext cx="1325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Per-chunk sentence
scoring. Removes:
• ToC entries
• Boilerplate
• Contact 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22860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7FC8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9752" y="1234440"/>
            <a:ext cx="1508760" cy="256032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59752" y="1234440"/>
            <a:ext cx="1508760" cy="384048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51192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4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LLM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1691640"/>
            <a:ext cx="1325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Structured JSON
prompt. Required
opener enforcement.
Confidence labelling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77639"/>
            <a:ext cx="8046720" cy="22860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Structured Response Fields Returned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526280"/>
            <a:ext cx="2011680" cy="3200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562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5262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Required opener: 'The document states…' or 'The uploaded document does not explicitly mention…'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01184"/>
            <a:ext cx="2011680" cy="3200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key_points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90118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2–4 bullet facts extracted directly from evidence — no inference allowed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276088"/>
            <a:ext cx="2011680" cy="3200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312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confidence_label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27608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High (≥0.70) / Medium (≥0.45) / Low (&lt;0.45) — computed from vector similarity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650992"/>
            <a:ext cx="2011680" cy="3200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687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supporting_evidence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565099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Document name + page number + verbatim quote (max 25 words)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6025896"/>
            <a:ext cx="2011680" cy="3200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062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recommended_action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602589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One specific next step — does NOT assume prior-auth unless explicitly stated in evidence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05  |  Rule Extraction &amp; Claims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Structured rule parsing → machine-readable validation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023360" cy="512064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02336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📋  Rule Extraction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64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Input: raw PDF text (up to 25 chunks per document)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3042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LLM prompt: identifies 12 rule types including Prior Auth,
   Billing, Coverage, Supervision, Frequency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9443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Output schema: procedure · cpt_code · icd_code · plan_type
   · requires_prior_authorization · documentation_required
   · authorization_timing · emergency_exception ·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8444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IF / THEN logic auto-generated from actor + restriction +
   allowed_action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2245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Deduplication: CPT-key and actor+restriction fingerprinting
   prevents duplicate rule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8646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Export: full JSON download for downstream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55046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Send to Claims Validator: passes cpt_code + procedure +
   plan_type via URL search params to pre-fill the claim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188720"/>
            <a:ext cx="4023360" cy="512064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188720"/>
            <a:ext cx="402336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234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D2E"/>
                </a:solidFill>
                <a:latin typeface="Calibri"/>
              </a:rPr>
              <a:t>🛡  Claims Validator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1664208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Input: CPT code · ICD-10 diagnosis · plan type
   · procedure description · service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414016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Step 1 — Rule match: checks extracted BusinessRule
   store for CPT/plan-type match (O(n) scan)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163824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Step 2 — Document fallback: if no rule match, runs
   RAG query against the active policy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91363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Decision engine: Approved / Denied / Needs Review
   with reason, policy_source, source_page,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6634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Audit record created: every validation permanently
   logged to claim_audit_store with full decision trace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5413248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Confidence scoring: rule-matched decisions score
   ≥ 0.80; document-fallback scores 0.40–0.75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06  |  Policy Compare &amp;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Version-aware change detection with full AI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4023360" cy="512064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02336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D2E"/>
                </a:solidFill>
                <a:latin typeface="Calibri"/>
              </a:rPr>
              <a:t>⚖  Policy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64208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Select any two indexed policy documents as
   old_version and new_version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14016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Comparison agent retrieves top-15 chunks from
   each document and sends to LLM for diff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163824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Output: list of PolicyChange objects with fields:
   area · old_value · new_value · impact · risk_level
   · change_type (Added / Modified / Removed)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91363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Risk classification: High / Medium / Low based on
   clinical and financial impact keywords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6634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Summary card: total changes · high-risk count ·
   document names with full change detail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413248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Use case: annual policy refresh cycles —
   instantly surfaces coverage rule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188720"/>
            <a:ext cx="4023360" cy="512064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188720"/>
            <a:ext cx="402336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234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D2E"/>
                </a:solidFill>
                <a:latin typeface="Calibri"/>
              </a:rPr>
              <a:t>🔎 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664208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Every AI Assistant query creates an immutable
   AuditRecord stored server-side in audit_store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414016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Record fields: session_id · question · retrieved_pages
   · reasoning_summary · final_answer · confidence
   · source_citations · steps[]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163824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Steps[] array: each pipeline stage timestamped —
   Intake → Retrieval → Reranking → LLM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91363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Source citations: document_id · document_name
   · page_number · verbatim text · relevance_score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663440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Audit list view: last 50 sessions with expandable
   detail — full trace replay for any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5413248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• Compliance use case: supports prior-auth appeals
   with documented evidence chain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07  |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Production-grade choices aligned with enterprise healthcare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0116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46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Next.js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App Router, RSC, client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24328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Tailwind CSS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083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Utility-first; CSS cascade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57016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Framer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41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Page &amp; card animations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9704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Lucide 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73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Icon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422392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4772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Full type safety end-to-end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188720"/>
            <a:ext cx="20116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1691640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1746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075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Async Python, Pydantic v2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2624328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Python 3.13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0083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Latest CPython runtime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3557016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pdfplumber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941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High-fidelity PDF text extraction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4489704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sentence-transformers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873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BAAI/bge-small-en-v1.5 embeddings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5422392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54772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uvicorn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ASGI server with lifespan hooks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1188720"/>
            <a:ext cx="20116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1691640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1746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BAAI/bge-small-en-v1.5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2075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384-dim multilingual embeddings, ~130 MB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2624328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Google Gemini 1.5 Flash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0083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Primary LLM — 1M context, JSON mode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3557016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Anthropic Claude Sonnet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941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Fallback LLM provider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489704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OpenAI GPT-4o mini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4873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Third fallback 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5422392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63440" y="54772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BM25 + cosine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Hybrid retrieval fusion 70/30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20840" y="1188720"/>
            <a:ext cx="201168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Infra / DevOps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0840" y="1691640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80" y="1746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Railway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2075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Docker-based backend deploy with Nixpacks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0840" y="2624328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2679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Vercel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30083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Frontend edge deployment, automatic CI/CD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20840" y="3557016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GitHub Actions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3941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Push-triggered deploy pipeline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20840" y="4489704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12280" y="4544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Docker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4873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Containerised build, model pre-baked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20840" y="5422392"/>
            <a:ext cx="2011680" cy="86868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12280" y="54772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In-memory store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7FC8"/>
                </a:solidFill>
                <a:latin typeface="Calibri"/>
              </a:rPr>
              <a:t>Zero-DB design for POC portability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08  |  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Measurable outcomes from the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92024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&lt; 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End-to-end answer
latency (warm cache)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88720"/>
            <a:ext cx="192024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2984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≥ 0.70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Average confidence
on targeted queries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188720"/>
            <a:ext cx="192024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2984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70/30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Semantic / keyword
hybrid retrieval blend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188720"/>
            <a:ext cx="192024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29844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Pages / modules
fully functional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07792"/>
            <a:ext cx="8046720" cy="22860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Technical Achievements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456432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✓  Cold-start latency eliminated: BAAI model pre-baked into Docker image via RUN python -c command at build time; pre-warmed in FastAPI lifespan 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931920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✓  Hallucination prevention: LLM prompt enforces required answer openers and forbids recommending prior-auth unless the evidence explicitly states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407408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✓  Boilerplate filter: regex _BOILERPLATE_PAT + _TOC_RUNON_PAT remove transmittal headers, table-of-contents run-ons, and contact-information lines before LLM context is assembled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88289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✓  Multi-provider LLM: single set_api_key() call switches between Gemini, Claude, and GPT-4o mini at runtime with automatic extractive fallback when no key is configured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358383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✓  Claims → Validator handoff: rules page builds /claims?cpt=&amp;procedure=&amp;plan_type= URL params so the claim form arrives pre-filled — zero copy-paste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833872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7FC8"/>
                </a:solidFill>
                <a:latin typeface="Calibri"/>
              </a:rPr>
              <a:t>✓  Full audit chain: every question, retrieved page, reasoning step, and LLM decision is logged to an in-memory audit store with session-level replay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09  |  Limitations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Honest constraints of the POC and production upgrade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931920" cy="512064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931920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D2E"/>
                </a:solidFill>
                <a:latin typeface="Calibri"/>
              </a:rPr>
              <a:t>⚠  Current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36576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465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In-Memory Vector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Vectors lost on server restart.
No persistence between deploys.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9464"/>
            <a:ext cx="36576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Single-Document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352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Each query searches one document
at a time; no cross-doc synthesis.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47288"/>
            <a:ext cx="36576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LLM Key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13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Without an API key the system
falls back to extractive QA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325112"/>
            <a:ext cx="36576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7997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PDF-Only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90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DOCX, HTML, and structured data
sources not yet supported.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202936"/>
            <a:ext cx="36576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5779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No Auth / Multi-tenant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686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POC has no user authentication;
not production-ready for PHI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1188720"/>
            <a:ext cx="4389120" cy="5120640"/>
          </a:xfrm>
          <a:prstGeom prst="rect">
            <a:avLst/>
          </a:prstGeom>
          <a:solidFill>
            <a:srgbClr val="1A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1188720"/>
            <a:ext cx="4389120" cy="384048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234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🚀  Production Roadmap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1691640"/>
            <a:ext cx="41148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7465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PostgreSQL + pgvector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057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Persistent vector store with
OAuth2 multi-tenant isolation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569464"/>
            <a:ext cx="41148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6243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Cross-Document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93522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Query across all documents;
merge evidence from multiple 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447288"/>
            <a:ext cx="41148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5021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Streaming Responses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8130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Server-sent events for real-time
token streaming in the UI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4325112"/>
            <a:ext cx="41148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3799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HIPAA Compliance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6908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PHI redaction, audit encryption,
BAA-compatible deployment on AWS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5202936"/>
            <a:ext cx="4114800" cy="804672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257799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Fine-Tuned Reranker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56869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7FC8"/>
                </a:solidFill>
                <a:latin typeface="Calibri"/>
              </a:rPr>
              <a:t>Domain-specific reranking model
trained on CMS policy corpus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  |  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7FC8"/>
                </a:solidFill>
                <a:latin typeface="Calibri"/>
              </a:rPr>
              <a:t>End-to-end flow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416052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640080" cy="15544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7FC8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25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Upload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099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Navigate to Upload Documents → load prior_authorization_policy_2026.pdf
from the built-in sample library. Observe chunking stats: page count + chunk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1234440"/>
            <a:ext cx="416052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1234440"/>
            <a:ext cx="640080" cy="15544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1737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7FC8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9" y="1325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AI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399" y="17099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Ask: 'What services require prior authorization?' Observe structured response:
required opener, key_points bullets, confidence label, citations with page numbers.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416052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926080"/>
            <a:ext cx="640080" cy="15544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7FC8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175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Rule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015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Select the uploaded document → Extract. Review IF/THEN logic cards,
risk classification badges, and CPT code chips in the Extraction Summary.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2926080"/>
            <a:ext cx="416052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79" y="2926080"/>
            <a:ext cx="640080" cy="15544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7FC8"/>
                </a:solidFill>
                <a:latin typeface="Calibri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399" y="30175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Claims 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399" y="340156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Click Send to Claims Validator. CPT code, procedure, and plan type
auto-populate. Add a diagnosis code → Validate → review decision + audit record.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17720"/>
            <a:ext cx="416052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17720"/>
            <a:ext cx="640080" cy="15544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7FC8"/>
                </a:solidFill>
                <a:latin typeface="Calibri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09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Policy 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932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Select prior_auth_2026 vs policy_2025. Review change detection cards
with risk scoring and old_value / new_value diff for each detected change.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79" y="4617720"/>
            <a:ext cx="4160520" cy="1554480"/>
          </a:xfrm>
          <a:prstGeom prst="rect">
            <a:avLst/>
          </a:prstGeom>
          <a:solidFill>
            <a:srgbClr val="2A1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79" y="4617720"/>
            <a:ext cx="640080" cy="15544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1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7FC8"/>
                </a:solidFill>
                <a:latin typeface="Calibri"/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399" y="4709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399" y="50932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7FC8"/>
                </a:solidFill>
                <a:latin typeface="Calibri"/>
              </a:rPr>
              <a:t>Navigate to Audit Trail. Expand any session to see retrieved pages,
reasoning steps, citations, and confidence — full AI decision transparency.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  ·  localhost:3000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68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07FC8"/>
                </a:solidFill>
                <a:latin typeface="Calibri"/>
              </a:rPr>
              <a:t>COTIVITI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8046720" cy="228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7FC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8046720" cy="22860"/>
          </a:xfrm>
          <a:prstGeom prst="rect">
            <a:avLst/>
          </a:prstGeom>
          <a:solidFill>
            <a:srgbClr val="B07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Developer: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004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Sohith Kampalli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GitHub: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57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github.com/sohithk2002/intellipolicy-ai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Backend: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14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Railway — FastAPI +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Frontend: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72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Vercel — Next.js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Email: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292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sohithkampalli@gmail.com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7FC8"/>
                </a:solidFill>
                <a:latin typeface="Calibri"/>
              </a:rPr>
              <a:t>Submitted to: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4864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jesus.hurtado@cotiviti.com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7FC8"/>
                </a:solidFill>
                <a:latin typeface="Calibri"/>
              </a:rPr>
              <a:t>"Turning policy PDFs into intelligent, auditable decisions — at scale."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1967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7FC8"/>
                </a:solidFill>
                <a:latin typeface="Calibri"/>
              </a:rPr>
              <a:t>IntelliPolicy AI — Cotiviti Assessment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