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0" y="0"/>
            <a:ext cx="3776472" cy="6858000"/>
          </a:xfrm>
          <a:prstGeom prst="rect">
            <a:avLst/>
          </a:prstGeom>
          <a:solidFill>
            <a:srgbClr val="5A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AAEE"/>
                </a:solidFill>
              </a:rPr>
              <a:t>COTIVITI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7589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IntelliPolicy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DCCEE"/>
                </a:solidFill>
              </a:rPr>
              <a:t>Agentic AI Platform for Healthcare Policy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37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80CC"/>
                </a:solidFill>
              </a:rPr>
              <a:t>Topic 3 — Content Management in Health Care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31920"/>
            <a:ext cx="3200400" cy="36576"/>
          </a:xfrm>
          <a:prstGeom prst="rect">
            <a:avLst/>
          </a:prstGeom>
          <a:solidFill>
            <a:srgbClr val="A85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Sohith Kampalli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1005840"/>
            <a:ext cx="3108960" cy="685800"/>
          </a:xfrm>
          <a:prstGeom prst="rect">
            <a:avLst/>
          </a:prstGeom>
          <a:solidFill>
            <a:srgbClr val="4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113385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Upload PDFs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965960"/>
            <a:ext cx="3108960" cy="685800"/>
          </a:xfrm>
          <a:prstGeom prst="rect">
            <a:avLst/>
          </a:prstGeom>
          <a:solidFill>
            <a:srgbClr val="4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209397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Ask questions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2926080"/>
            <a:ext cx="3108960" cy="685800"/>
          </a:xfrm>
          <a:prstGeom prst="rect">
            <a:avLst/>
          </a:prstGeom>
          <a:solidFill>
            <a:srgbClr val="4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305409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Compare policies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3886200"/>
            <a:ext cx="3108960" cy="685800"/>
          </a:xfrm>
          <a:prstGeom prst="rect">
            <a:avLst/>
          </a:prstGeom>
          <a:solidFill>
            <a:srgbClr val="4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4014215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Extract rules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4846320"/>
            <a:ext cx="3108960" cy="685800"/>
          </a:xfrm>
          <a:prstGeom prst="rect">
            <a:avLst/>
          </a:prstGeom>
          <a:solidFill>
            <a:srgbClr val="4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497433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Validate claims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3A1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0" y="6556248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88CC"/>
                </a:solidFill>
              </a:rPr>
              <a:t>Intern Assessment — Sohith Kampalli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556248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AAEE"/>
                </a:solidFill>
              </a:rPr>
              <a:t>IntelliPolicy AI  ·  Cotiviti Intern Assessment  ·  Sohith Kampalli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5CC4"/>
                </a:solidFill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A1A6B"/>
                </a:solidFill>
              </a:rPr>
              <a:t>Healthcare policy documents are hard to manage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575"/>
                </a:solidFill>
              </a:rPr>
              <a:t>Right now, healthcare teams do all of this manually: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54864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64008" cy="173736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0574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1A6B"/>
                </a:solidFill>
              </a:rPr>
              <a:t>📄  Read 100+ page PDFs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487168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5"/>
                </a:solidFill>
              </a:rPr>
              <a:t>to answer one simple billing question like
"Is CPT 99213 covered?"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920240"/>
            <a:ext cx="54864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920240"/>
            <a:ext cx="64008" cy="173736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0574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1A6B"/>
                </a:solidFill>
              </a:rPr>
              <a:t>🔄  Miss policy updates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487168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5"/>
                </a:solidFill>
              </a:rPr>
              <a:t>Payers update policies every quarter.
Changes buried in documents go unnoticed until claims are denied.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86200"/>
            <a:ext cx="54864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886200"/>
            <a:ext cx="64008" cy="173736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0233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1A6B"/>
                </a:solidFill>
              </a:rPr>
              <a:t>💸  $262 billion lost every 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453128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5"/>
                </a:solidFill>
              </a:rPr>
              <a:t>From billing and coding errors in the US.
Most caused by outdated or misread policy documents.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886200"/>
            <a:ext cx="54864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886200"/>
            <a:ext cx="64008" cy="173736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40233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1A6B"/>
                </a:solidFill>
              </a:rPr>
              <a:t>⏱️  Days to get a prior auth 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4453128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5"/>
                </a:solidFill>
              </a:rPr>
              <a:t>Because the rules aren't written down in a machine-readable way.
They live in Word docs and PDFs.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556248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AAEE"/>
                </a:solidFill>
              </a:rPr>
              <a:t>IntelliPolicy AI  ·  Cotiviti Intern Assessment  ·  Sohith Kampalli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5CC4"/>
                </a:solidFill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A1A6B"/>
                </a:solidFill>
              </a:rPr>
              <a:t>IntelliPolicy AI — 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575"/>
                </a:solidFill>
              </a:rPr>
              <a:t>5 features that replace manual policy work with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74519"/>
            <a:ext cx="2121408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874519"/>
            <a:ext cx="2121408" cy="475488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9476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68879"/>
            <a:ext cx="1901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A6B"/>
                </a:solidFill>
              </a:rPr>
              <a:t>Upload a PDF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44952"/>
            <a:ext cx="190195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Drag and drop any healthcare policy PDF.
The AI reads it, breaks it into sections, and makes it searchable instantly.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96896" y="1874519"/>
            <a:ext cx="2121408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96896" y="1874519"/>
            <a:ext cx="2121408" cy="47548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88336" y="19476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8336" y="2468879"/>
            <a:ext cx="1901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A6B"/>
                </a:solidFill>
              </a:rPr>
              <a:t>Ask Questions in Plain English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88336" y="3044952"/>
            <a:ext cx="190195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Type any billing question like "What needs prior auth?"
The AI finds the answer in the document and shows you exactly which page it came from.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19472" y="1874519"/>
            <a:ext cx="2121408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19472" y="1874519"/>
            <a:ext cx="2121408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10912" y="19476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10912" y="2468879"/>
            <a:ext cx="1901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A6B"/>
                </a:solidFill>
              </a:rPr>
              <a:t>Compare Two Policy Versions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10912" y="3044952"/>
            <a:ext cx="190195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Upload an old and new version of a policy.
The AI finds every change and flags which ones are High, Medium, or Low risk.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42048" y="1874519"/>
            <a:ext cx="2121408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42048" y="1874519"/>
            <a:ext cx="2121408" cy="475488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33488" y="19476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2468879"/>
            <a:ext cx="1901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A6B"/>
                </a:solidFill>
              </a:rPr>
              <a:t>Extract Business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3488" y="3044952"/>
            <a:ext cx="190195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The AI reads a policy and converts the written rules into a structured list.
Like: "CPT 99213 requires prior auth under Commercial plans."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64624" y="1874519"/>
            <a:ext cx="2121408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64624" y="1874519"/>
            <a:ext cx="2121408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56064" y="19476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6064" y="2468879"/>
            <a:ext cx="1901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A6B"/>
                </a:solidFill>
              </a:rPr>
              <a:t>Validate a Claim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6064" y="3044952"/>
            <a:ext cx="190195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Enter a CPT code and diagnosis. The AI checks it against the rules
and tells you Approved, Denied, or Needs Review — with the policy source.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556248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AAEE"/>
                </a:solidFill>
              </a:rPr>
              <a:t>IntelliPolicy AI  ·  Cotiviti Intern Assessment  ·  Sohith Kampalli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5CC4"/>
                </a:solidFill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A1A6B"/>
                </a:solidFill>
              </a:rPr>
              <a:t>From a PDF to an answer in seconds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575"/>
                </a:solidFill>
              </a:rPr>
              <a:t>Here is what happens under the hood every time you upload a document or ask a question: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11680"/>
            <a:ext cx="26060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2606040" cy="36576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68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1A6B"/>
                </a:solidFill>
              </a:rPr>
              <a:t>You upload
a 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The file goes
to the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2697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85CC4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6976" y="2011680"/>
            <a:ext cx="26060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36976" y="2011680"/>
            <a:ext cx="2606040" cy="365760"/>
          </a:xfrm>
          <a:prstGeom prst="rect">
            <a:avLst/>
          </a:prstGeom>
          <a:solidFill>
            <a:srgbClr val="A85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28416" y="2057400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8416" y="2468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1A6B"/>
                </a:solidFill>
              </a:rPr>
              <a:t>AI reads &amp;
chunks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8416" y="30175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Splits into ~500
word sections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61304" y="2697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85CC4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08192" y="2011680"/>
            <a:ext cx="26060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08192" y="2011680"/>
            <a:ext cx="2606040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9632" y="2057400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2" y="2468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1A6B"/>
                </a:solidFill>
              </a:rPr>
              <a:t>Embeds each
chunk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9632" y="30175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Converts text to
numbers (vectors)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2697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85CC4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79408" y="2011680"/>
            <a:ext cx="26060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79408" y="2011680"/>
            <a:ext cx="2606040" cy="36576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0848" y="2057400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0848" y="2468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1A6B"/>
                </a:solidFill>
              </a:rPr>
              <a:t>Stores in
vector 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0848" y="30175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Saved for fast
semantic search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114800"/>
            <a:ext cx="26060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4114800"/>
            <a:ext cx="2606040" cy="365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160520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572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1A6B"/>
                </a:solidFill>
              </a:rPr>
              <a:t>You ask a
question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1206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Your question
is also embedded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90088" y="48006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85CC4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36976" y="4114800"/>
            <a:ext cx="26060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36976" y="4114800"/>
            <a:ext cx="260604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28416" y="4160520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28416" y="4572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1A6B"/>
                </a:solidFill>
              </a:rPr>
              <a:t>AI finds the
best chunks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28416" y="51206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Top matches by
similarity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61304" y="48006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85CC4"/>
                </a:solidFill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4114800"/>
            <a:ext cx="26060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08192" y="4114800"/>
            <a:ext cx="2606040" cy="36576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99632" y="4160520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99632" y="4572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1A6B"/>
                </a:solidFill>
              </a:rPr>
              <a:t>LLM generates
an answer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99632" y="51206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Grounded in the
actual document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48006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85CC4"/>
                </a:solidFill>
              </a:rPr>
              <a:t>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79408" y="4114800"/>
            <a:ext cx="26060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79408" y="4114800"/>
            <a:ext cx="2606040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70848" y="4160520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70848" y="4572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1A6B"/>
                </a:solidFill>
              </a:rPr>
              <a:t>Shows you
the source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70848" y="51206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Page number +
evidence snippet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556248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AAEE"/>
                </a:solidFill>
              </a:rPr>
              <a:t>IntelliPolicy AI  ·  Cotiviti Intern Assessment  ·  Sohith Kampalli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5CC4"/>
                </a:solidFill>
              </a:rPr>
              <a:t>UNDER THE HOOD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A1A6B"/>
                </a:solidFill>
              </a:rPr>
              <a:t>5 AI Agents — each has one job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575"/>
                </a:solidFill>
              </a:rPr>
              <a:t>Think of them like a team of specialists, each handling one part of the workflow: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113842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82296" cy="804672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1A6B"/>
                </a:solidFill>
              </a:rPr>
              <a:t>Intake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965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2D8B"/>
                </a:solidFill>
              </a:rPr>
              <a:t>What it does: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194560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Reads your PDF and extracts all the text page by page. Splits the text into small chunks and stores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19659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2D8B"/>
                </a:solidFill>
              </a:rPr>
              <a:t>When it runs: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194560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Every time you upload a document.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816352"/>
            <a:ext cx="113842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816352"/>
            <a:ext cx="82296" cy="804672"/>
          </a:xfrm>
          <a:prstGeom prst="rect">
            <a:avLst/>
          </a:prstGeom>
          <a:solidFill>
            <a:srgbClr val="A85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9077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1A6B"/>
                </a:solidFill>
              </a:rPr>
              <a:t>Retrieval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8620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5CC4"/>
                </a:solidFill>
              </a:rPr>
              <a:t>What it does: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090672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When you ask a question, this agent searches through all the stored chunks and finds the most relevant ones using AI embeddings (BAAI/bge-small-en-v1.5).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86207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5CC4"/>
                </a:solidFill>
              </a:rPr>
              <a:t>When it runs: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090672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Every Q&amp;A and claim validation.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12464"/>
            <a:ext cx="113842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712464"/>
            <a:ext cx="82296" cy="8046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8039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1A6B"/>
                </a:solidFill>
              </a:rPr>
              <a:t>Policy QA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375818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9688"/>
                </a:solidFill>
              </a:rPr>
              <a:t>What it does: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3986784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Takes the relevant chunks found by the Retrieval Agent and sends them to the LLM (Claude/GPT). Gets back an answer with the page citation attached.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7581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9688"/>
                </a:solidFill>
              </a:rPr>
              <a:t>When it runs: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986784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Every time you ask a question.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608576"/>
            <a:ext cx="113842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4608576"/>
            <a:ext cx="82296" cy="8046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7000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1A6B"/>
                </a:solidFill>
              </a:rPr>
              <a:t>Comparison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465429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</a:rPr>
              <a:t>What it does: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4882896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Reads two policy documents side by side. Finds what changed between them and labels each change as High, Medium, or Low risk.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465429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</a:rPr>
              <a:t>When it runs: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882896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When you compare two policy versions.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504688"/>
            <a:ext cx="113842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5504688"/>
            <a:ext cx="82296" cy="8046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596127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1A6B"/>
                </a:solidFill>
              </a:rPr>
              <a:t>Rule 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1760" y="5550407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59669"/>
                </a:solidFill>
              </a:rPr>
              <a:t>What it does: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51760" y="5779007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Reads policy text and extracts structured rules like "CPT 99213 requires prior auth." Also validates claims against those rules and gives a decision.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5550407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59669"/>
                </a:solidFill>
              </a:rPr>
              <a:t>When it runs: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5779007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Rule extraction and claims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556248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AAEE"/>
                </a:solidFill>
              </a:rPr>
              <a:t>IntelliPolicy AI  ·  Cotiviti Intern Assessment  ·  Sohith Kampalli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5CC4"/>
                </a:solidFill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A1A6B"/>
                </a:solidFill>
              </a:rPr>
              <a:t>What I used to build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577840" cy="4892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577840" cy="4572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5087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Frontend  —  What you see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57400"/>
            <a:ext cx="5257800" cy="713232"/>
          </a:xfrm>
          <a:prstGeom prst="rect">
            <a:avLst/>
          </a:prstGeom>
          <a:solidFill>
            <a:srgbClr val="F5F0FC"/>
          </a:solidFill>
          <a:ln w="9525">
            <a:solidFill>
              <a:srgbClr val="EEE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057400"/>
            <a:ext cx="64008" cy="713232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1226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A6B"/>
                </a:solidFill>
              </a:rPr>
              <a:t>Next.js 14 + TypeScript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4048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The website framework. Makes the UI fast and responsive.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907792"/>
            <a:ext cx="5257800" cy="713232"/>
          </a:xfrm>
          <a:prstGeom prst="rect">
            <a:avLst/>
          </a:prstGeom>
          <a:solidFill>
            <a:srgbClr val="F5F0FC"/>
          </a:solidFill>
          <a:ln w="9525">
            <a:solidFill>
              <a:srgbClr val="EEE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907792"/>
            <a:ext cx="64008" cy="713232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6265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A6B"/>
                </a:solidFill>
              </a:rPr>
              <a:t>Tailwind CSS v4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25526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Styling — controls all the colors, spacing, and layout.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758184"/>
            <a:ext cx="5257800" cy="713232"/>
          </a:xfrm>
          <a:prstGeom prst="rect">
            <a:avLst/>
          </a:prstGeom>
          <a:solidFill>
            <a:srgbClr val="F5F0FC"/>
          </a:solidFill>
          <a:ln w="9525">
            <a:solidFill>
              <a:srgbClr val="EEE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758184"/>
            <a:ext cx="64008" cy="713232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81304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A6B"/>
                </a:solidFill>
              </a:rPr>
              <a:t>Framer Motion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0565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Animations — the smooth transitions and loading effects.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608576"/>
            <a:ext cx="5257800" cy="713232"/>
          </a:xfrm>
          <a:prstGeom prst="rect">
            <a:avLst/>
          </a:prstGeom>
          <a:solidFill>
            <a:srgbClr val="F5F0FC"/>
          </a:solidFill>
          <a:ln w="9525">
            <a:solidFill>
              <a:srgbClr val="EEE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608576"/>
            <a:ext cx="64008" cy="713232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6634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A6B"/>
                </a:solidFill>
              </a:rPr>
              <a:t>Vercel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9560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Where the website is hosted. Goes live automatically on git push.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1417320"/>
            <a:ext cx="5577840" cy="4892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1417320"/>
            <a:ext cx="5577840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9672" y="15087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Backend  —  The AI engine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2057400"/>
            <a:ext cx="5257800" cy="713232"/>
          </a:xfrm>
          <a:prstGeom prst="rect">
            <a:avLst/>
          </a:prstGeom>
          <a:solidFill>
            <a:srgbClr val="F5F0FC"/>
          </a:solidFill>
          <a:ln w="9525">
            <a:solidFill>
              <a:srgbClr val="EEE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92240" y="2057400"/>
            <a:ext cx="64008" cy="7132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211226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A6B"/>
                </a:solidFill>
              </a:rPr>
              <a:t>FastAPI (Python)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24048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The server that handles all AI requests from the frontend.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2907792"/>
            <a:ext cx="5257800" cy="713232"/>
          </a:xfrm>
          <a:prstGeom prst="rect">
            <a:avLst/>
          </a:prstGeom>
          <a:solidFill>
            <a:srgbClr val="F5F0FC"/>
          </a:solidFill>
          <a:ln w="9525">
            <a:solidFill>
              <a:srgbClr val="EEE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92240" y="2907792"/>
            <a:ext cx="64008" cy="7132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296265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A6B"/>
                </a:solidFill>
              </a:rPr>
              <a:t>BAAI/bge-small-en-v1.5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325526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The embedding model — converts text into searchable numbers.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758184"/>
            <a:ext cx="5257800" cy="713232"/>
          </a:xfrm>
          <a:prstGeom prst="rect">
            <a:avLst/>
          </a:prstGeom>
          <a:solidFill>
            <a:srgbClr val="F5F0FC"/>
          </a:solidFill>
          <a:ln w="9525">
            <a:solidFill>
              <a:srgbClr val="EEE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92240" y="3758184"/>
            <a:ext cx="64008" cy="7132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381304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A6B"/>
                </a:solidFill>
              </a:rPr>
              <a:t>PyMuPDF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410565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Reads and extracts text from uploaded PDF files.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4608576"/>
            <a:ext cx="5257800" cy="713232"/>
          </a:xfrm>
          <a:prstGeom prst="rect">
            <a:avLst/>
          </a:prstGeom>
          <a:solidFill>
            <a:srgbClr val="F5F0FC"/>
          </a:solidFill>
          <a:ln w="9525">
            <a:solidFill>
              <a:srgbClr val="EEE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92240" y="4608576"/>
            <a:ext cx="64008" cy="7132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46634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A6B"/>
                </a:solidFill>
              </a:rPr>
              <a:t>Anthropic Claude / OpenAI / Gemini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49560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The LLM that generates the final answers.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5458968"/>
            <a:ext cx="5257800" cy="713232"/>
          </a:xfrm>
          <a:prstGeom prst="rect">
            <a:avLst/>
          </a:prstGeom>
          <a:solidFill>
            <a:srgbClr val="F5F0FC"/>
          </a:solidFill>
          <a:ln w="9525">
            <a:solidFill>
              <a:srgbClr val="EEE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92240" y="5458968"/>
            <a:ext cx="64008" cy="7132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0" y="55138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A6B"/>
                </a:solidFill>
              </a:rPr>
              <a:t>Railway + Docker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58064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Where the backend is hosted. Deployed in a container.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556248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AAEE"/>
                </a:solidFill>
              </a:rPr>
              <a:t>IntelliPolicy AI  ·  Cotiviti Intern Assessment  ·  Sohith Kampalli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5CC4"/>
                </a:solidFill>
              </a:rP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A1A6B"/>
                </a:solidFill>
              </a:rPr>
              <a:t>Let me show you how it works — step by 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82296" cy="804672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8056" y="1417320"/>
            <a:ext cx="11301984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EE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" y="1417320"/>
            <a:ext cx="502920" cy="804672"/>
          </a:xfrm>
          <a:prstGeom prst="rect">
            <a:avLst/>
          </a:prstGeom>
          <a:solidFill>
            <a:srgbClr val="F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2D8B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5087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A6B"/>
                </a:solidFill>
              </a:rPr>
              <a:t>Step 1 — Upload a Policy 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83794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I'll drag and drop the Prior Authorization Policy 2026 PDF into the upload page. Watch how the AI reads it, splits it into chunks, embeds each chunk, and stores it — all in a few seconds.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82296" cy="8046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" y="2377440"/>
            <a:ext cx="11301984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EE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" y="2377440"/>
            <a:ext cx="502920" cy="804672"/>
          </a:xfrm>
          <a:prstGeom prst="rect">
            <a:avLst/>
          </a:prstGeom>
          <a:solidFill>
            <a:srgbClr val="F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560320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9688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24688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A6B"/>
                </a:solidFill>
              </a:rPr>
              <a:t>Step 2 — Ask a Policy 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279806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I'll type: "What procedures require prior authorization?" The AI searches the document, finds the relevant sections, and gives me an answer with the exact page number as a citation.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37560"/>
            <a:ext cx="82296" cy="8046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" y="3337560"/>
            <a:ext cx="11301984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EE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" y="3337560"/>
            <a:ext cx="502920" cy="804672"/>
          </a:xfrm>
          <a:prstGeom prst="rect">
            <a:avLst/>
          </a:prstGeom>
          <a:solidFill>
            <a:srgbClr val="F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520440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97706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34290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A6B"/>
                </a:solidFill>
              </a:rPr>
              <a:t>Step 3 — Compare Two Policy Versions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375818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I'll select an older and newer policy. The AI compares them side by side and shows every change — flagging High Risk changes like a new MRI prior auth requirement in red.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297680"/>
            <a:ext cx="82296" cy="804672"/>
          </a:xfrm>
          <a:prstGeom prst="rect">
            <a:avLst/>
          </a:prstGeom>
          <a:solidFill>
            <a:srgbClr val="7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" y="4297680"/>
            <a:ext cx="11301984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EE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056" y="4297680"/>
            <a:ext cx="502920" cy="804672"/>
          </a:xfrm>
          <a:prstGeom prst="rect">
            <a:avLst/>
          </a:prstGeom>
          <a:solidFill>
            <a:srgbClr val="F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480560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03090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43891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A6B"/>
                </a:solidFill>
              </a:rPr>
              <a:t>Step 4 — Extract Rules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" y="471830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I'll run rule extraction on the policy. The AI reads the text and converts it into a structured list of rules — each one with a type, restriction, and the page it came from.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257800"/>
            <a:ext cx="82296" cy="8046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056" y="5257800"/>
            <a:ext cx="11301984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EE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8056" y="5257800"/>
            <a:ext cx="502920" cy="804672"/>
          </a:xfrm>
          <a:prstGeom prst="rect">
            <a:avLst/>
          </a:prstGeom>
          <a:solidFill>
            <a:srgbClr val="F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440680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59669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" y="53492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A6B"/>
                </a:solidFill>
              </a:rPr>
              <a:t>Step 5 — Validate a Claim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" y="567842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I'll enter CPT code 99213 with a diagnosis code. The AI checks it against the extracted rules and returns a decision — Approved, Denied, or Needs Review — with the policy source.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556248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AAEE"/>
                </a:solidFill>
              </a:rPr>
              <a:t>IntelliPolicy AI  ·  Cotiviti Intern Assessment  ·  Sohith Kampalli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5CC4"/>
                </a:solidFill>
              </a:rPr>
              <a:t>STRATEGIC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A1A6B"/>
                </a:solidFill>
              </a:rPr>
              <a:t>Why this matters for Cotiviti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575"/>
                </a:solidFill>
              </a:rPr>
              <a:t>Cotiviti processes billions of claims annually. This platform addresses three core problems directly: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54864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82296" cy="192024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057400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1A6B"/>
                </a:solidFill>
              </a:rPr>
              <a:t>Save analyst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14600"/>
            <a:ext cx="5074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Instead of reading 100-page PDFs to answer billing questions, analysts can type a question and get a cited answer in seconds. This reduces manual research time from hours to seconds per query.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91072" y="1920240"/>
            <a:ext cx="54864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1920240"/>
            <a:ext cx="82296" cy="19202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57400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1A6B"/>
                </a:solidFill>
              </a:rPr>
              <a:t>Catch policy changes before they cause denials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14600"/>
            <a:ext cx="5074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Payers update coverage policies every quarter. This platform automatically detects what changed between versions and flags high-risk changes before they affect claim outcomes.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69080"/>
            <a:ext cx="54864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4069080"/>
            <a:ext cx="82296" cy="1920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206240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1A6B"/>
                </a:solidFill>
              </a:rPr>
              <a:t>Turn policy text into automated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663440"/>
            <a:ext cx="5074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Right now, policy rules live in PDFs. This platform converts them into structured, machine-readable rules that can power automated claim validation at scale — no manual coding required.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91072" y="4069080"/>
            <a:ext cx="54864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91072" y="4069080"/>
            <a:ext cx="82296" cy="19202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206240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1A6B"/>
                </a:solidFill>
              </a:rPr>
              <a:t>Every decision is auditable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663440"/>
            <a:ext cx="5074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Every AI answer includes the source page, confidence score, and reasoning chain. This makes every decision defensible for compliance review — a critical requirement for a company operating in healthcare.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5A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AAEE"/>
                </a:solidFill>
              </a:rPr>
              <a:t>COTIVITI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DCCEE"/>
                </a:solidFill>
              </a:rPr>
              <a:t>Questions &amp; Live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0"/>
            <a:ext cx="2926080" cy="36576"/>
          </a:xfrm>
          <a:prstGeom prst="rect">
            <a:avLst/>
          </a:prstGeom>
          <a:solidFill>
            <a:srgbClr val="A85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Sohith Kampalli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4164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AAEE"/>
                </a:solidFill>
              </a:rPr>
              <a:t>sohithkampalli@gmail.com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80CC"/>
                </a:solidFill>
              </a:rPr>
              <a:t>✓  5 AI agents — each with one clear job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21808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80CC"/>
                </a:solidFill>
              </a:rPr>
              <a:t>✓  Upload → Ask → Compare → Extract → Validate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705856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80CC"/>
                </a:solidFill>
              </a:rPr>
              <a:t>✓  Next.js + FastAPI · Deployed on Vercel + Railway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89904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80CC"/>
                </a:solidFill>
              </a:rPr>
              <a:t>✓  Every answer cites the exact page it came from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3A1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0" y="6556248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88CC"/>
                </a:solidFill>
              </a:rPr>
              <a:t>IntelliPolicy AI  ·  Cotiviti Intern Assessment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