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COTIVITI  ·  INTERN ASSESSMENT  · 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111827"/>
                </a:solidFill>
                <a:latin typeface="Calibri"/>
              </a:rPr>
              <a:t>IntelliPolicy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Intelligent Policy Content Management for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813816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963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49631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Sohith Kampalli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Software Engineer Intern  ·  University of North Texas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44728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Billing &amp; Coding Policies  ·  Summarization  ·  Rule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27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POC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2277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Next.js 14  ·  FastAPI  ·  BAAI/bge-small  ·  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982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39826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June 30,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89320"/>
            <a:ext cx="4023360" cy="31089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989320"/>
            <a:ext cx="36576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github.com/sohithk2002/intellipolicy-ai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RESEARCH REPORT  · 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What Is Content Management in Health Care?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50976"/>
            <a:ext cx="832104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8321040" cy="1024128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36576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8001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The systematic ingestion, organisation, and transformation of clinical and administrative documents — billing and coding policies, clinical practice guidelines, and payer-provider contracts — into structured, machine-readable formats enabling automated decision-making, audit, and compliance.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49424"/>
            <a:ext cx="267004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49424"/>
            <a:ext cx="267004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377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Billing &amp; Coding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788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CMS manuals · CPT/ICD-10 crosswalks
Prior-auth rules · Frequency limits
Updated quarterly across 50+ payers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5029200"/>
            <a:ext cx="1005840" cy="2194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02920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2249424"/>
            <a:ext cx="267004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2249424"/>
            <a:ext cx="267004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377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Clinical Practice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88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Evidence-based care pathways
Medical necessity criteria
Vary by plan type and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5029200"/>
            <a:ext cx="1005840" cy="2194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02920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2249424"/>
            <a:ext cx="267004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25896" y="2249424"/>
            <a:ext cx="267004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377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Payer-Provider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788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Fee schedules · Bundled payments
Carve-outs · Network terms
Renegotiated annually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5029200"/>
            <a:ext cx="1005840" cy="2194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502920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RESEARCH REPORT  ·  SECTIONS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Trends  ·  Opportunities  ·  Threats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50976"/>
            <a:ext cx="832104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KEY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6576" cy="10789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LLMs for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73936"/>
            <a:ext cx="3246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GPT-4, Gemini, Claude read 200-page
PDFs and answer coverage questions
with page-level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36576" cy="10789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RAG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62656"/>
            <a:ext cx="3246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Retrieval-Augmented Generation grounds
AI answers in specific document evidence —
critical for regulatory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39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39"/>
            <a:ext cx="36576" cy="10789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40479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Rule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51376"/>
            <a:ext cx="3246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NLP converts written policy into machine-
readable IF/THEN logic for automated
claims adjudication.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37760"/>
            <a:ext cx="3520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937760"/>
            <a:ext cx="36576" cy="10789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02920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Automated Diff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40096"/>
            <a:ext cx="3246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AI detects changes between policy versions
instantly — replacing manual review
cycles that take weeks.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0789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OPPORTUNITIES FOR COTIVITI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371600"/>
            <a:ext cx="4663440" cy="502920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1371600"/>
            <a:ext cx="36576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146304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✓  Automate prior-auth review — 60–80% less analyst handle time per claim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956816"/>
            <a:ext cx="4663440" cy="502920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1956816"/>
            <a:ext cx="36576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04825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✓  Real-time CPT/ICD-10 adjudication against extracted policy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542032"/>
            <a:ext cx="4663440" cy="502920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2542032"/>
            <a:ext cx="36576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263347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✓  Instant policy version diff — surface coverage changes on publication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127248"/>
            <a:ext cx="4663440" cy="502920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3127248"/>
            <a:ext cx="36576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21868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✓  Full audit trail per AI decision — defensible compliance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79476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  <a:latin typeface="Calibri"/>
              </a:rPr>
              <a:t>THREATS &amp; CHALLENGES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4078224"/>
            <a:ext cx="4663440" cy="502920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4078224"/>
            <a:ext cx="36576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0248" y="4169663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</a:rPr>
              <a:t>⚠  LLM hallucination in clinical context — wrong decisions risk patient harm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663440"/>
            <a:ext cx="4663440" cy="502920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4663440"/>
            <a:ext cx="36576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754879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</a:rPr>
              <a:t>⚠  HIPAA compliance — AI near PHI must meet security rule requirements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248656"/>
            <a:ext cx="4663440" cy="502920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0" y="5248656"/>
            <a:ext cx="36576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0248" y="534009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</a:rPr>
              <a:t>⚠  Model drift — policies update quarterly; embeddings must stay current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5833872"/>
            <a:ext cx="4663440" cy="502920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0" y="5833872"/>
            <a:ext cx="36576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0248" y="592531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</a:rPr>
              <a:t>⚠  Vendor dependency — third-party LLM APIs create cost and availability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RESEARCH REPORT  · 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Strategic Proposals for Cotiviti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50976"/>
            <a:ext cx="832104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83210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83210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1225295"/>
            <a:ext cx="402336" cy="40233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25295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207008"/>
            <a:ext cx="75712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Build a Policy Intelligence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554480"/>
            <a:ext cx="757123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 RAG-based internal platform that ingests all payer policy PDFs on publication and makes them instantly queryable by analysts and adjudication systems — eliminating manual review cycles and reducing prior-auth processing from days to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87168"/>
            <a:ext cx="75712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059669"/>
                </a:solidFill>
                <a:latin typeface="Calibri"/>
              </a:rPr>
              <a:t>→  60–80% reduction in analyst policy-review time per 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89504"/>
            <a:ext cx="83210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889504"/>
            <a:ext cx="832104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2999232"/>
            <a:ext cx="402336" cy="40233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980944"/>
            <a:ext cx="75712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Automate Rule-to-Code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328416"/>
            <a:ext cx="757123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LLM rule extraction automatically converts written billing and coding policies into structured IF/THEN business rules that feed directly into claims adjudication engines — replacing manual rule coding and reducing update lag from weeks to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261104"/>
            <a:ext cx="75712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D97706"/>
                </a:solidFill>
                <a:latin typeface="Calibri"/>
              </a:rPr>
              <a:t>→  Faster policy-to-production cycles with fewer coding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63440"/>
            <a:ext cx="83210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832104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" y="4773168"/>
            <a:ext cx="402336" cy="40233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7731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4754879"/>
            <a:ext cx="75712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Deploy AI-Powered Audit Trail as a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5102352"/>
            <a:ext cx="757123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Every AI coverage decision logged with retrieved evidence, reasoning steps, and confidence scores. Position as a premium compliance product for health plan clients facing CMS audits and provider appeal volumes — a defensible, scalable documentation solution.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6035040"/>
            <a:ext cx="75712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DC2626"/>
                </a:solidFill>
                <a:latin typeface="Calibri"/>
              </a:rPr>
              <a:t>→  Audit-ready documentation and reduced appeal liability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IntelliPolicy AI —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50976"/>
            <a:ext cx="832104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8321040" cy="658368"/>
          </a:xfrm>
          <a:prstGeom prst="rect">
            <a:avLst/>
          </a:prstGeom>
          <a:solidFill>
            <a:srgbClr val="D1FAE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36576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What it 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8001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Written healthcare policy can be automatically ingested, queried in natural language, converted into structured business rules, and used to validate insurance claims — with a full audit trail on every single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7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5-STEP PROCESSING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76272"/>
            <a:ext cx="157276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176272"/>
            <a:ext cx="1572768" cy="3657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Calibri"/>
              </a:rPr>
              <a:t>① Upload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1389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pdfplumber
extracts text
by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536" y="31089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93976" y="2176272"/>
            <a:ext cx="157276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93976" y="2176272"/>
            <a:ext cx="157276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5416" y="226771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Calibri"/>
              </a:rPr>
              <a:t>② Chunk &amp;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2724912"/>
            <a:ext cx="1389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512-token chunks
BAA bge-small
384-dim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31089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76472" y="2176272"/>
            <a:ext cx="157276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76472" y="2176272"/>
            <a:ext cx="1572768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7911" y="226771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Calibri"/>
              </a:rPr>
              <a:t>③ Hybrid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1" y="2724912"/>
            <a:ext cx="1389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70% semantic
30% keyword
fused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31089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8968" y="2176272"/>
            <a:ext cx="157276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58968" y="2176272"/>
            <a:ext cx="157276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226771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Calibri"/>
              </a:rPr>
              <a:t>④ LLM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2724912"/>
            <a:ext cx="1389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Gemini / Claude
structured JSON
with citations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31089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1464" y="2176272"/>
            <a:ext cx="157276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41464" y="2176272"/>
            <a:ext cx="157276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26771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Calibri"/>
              </a:rPr>
              <a:t>⑤ Audit &amp;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2724912"/>
            <a:ext cx="1389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  <a:latin typeface="Calibri"/>
              </a:rPr>
              <a:t>Rule extraction
Claims check
Audit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55371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6 WORKING 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846320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846320"/>
            <a:ext cx="36576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491032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📥 Upload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" y="5166359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Ingest any policy PDF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8688" y="4846320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8688" y="4846320"/>
            <a:ext cx="36576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6704" y="491032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🤖 AI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6704" y="5166359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Natural language Q&amp;A with citations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25896" y="4846320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25896" y="4846320"/>
            <a:ext cx="36576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491032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⚖  Policy Compare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5166359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Version diff with risk scoring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504688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504688"/>
            <a:ext cx="36576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556869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📋 Rule Extraction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" y="5824727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IF/THEN business rule parser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18688" y="5504688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18688" y="5504688"/>
            <a:ext cx="36576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4" y="556869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🛡 Claims Validator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6704" y="5824727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CPT + ICD-10 claim decision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25896" y="5504688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25896" y="5504688"/>
            <a:ext cx="36576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53912" y="556869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Calibri"/>
              </a:rPr>
              <a:t>🔎 Audit Trail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53912" y="5824727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Full immutable decision 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PROOF OF CONCEPT  ·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Feature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50976"/>
            <a:ext cx="832104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4251960" cy="3657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1225295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252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207007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1 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53619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Load Prior Auth Policy PDF → system chunks into 512-token segments, embeds with BAAI/bge-small-en-v1.5 → fully indexed in under 10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8888" y="1097280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18888" y="1097280"/>
            <a:ext cx="42519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8616" y="1225295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12252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1207007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2  AI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153619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Ask a natural language question → RAG retrieves 5 chunks, filters boilerplate → Gemini returns structured answer with page citations and confidence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07791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907791"/>
            <a:ext cx="42519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3035808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017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3  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346703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Select two policy versions → AI surfaces every change: old value, new value, risk level — in seconds instead of reading both documents manually.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8888" y="2907791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18888" y="2907791"/>
            <a:ext cx="425196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8616" y="3035808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3017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4  Rule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5816" y="3346703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Extract → LLM parses policy into IF/THEN business rules with CPT codes, plan types, prior-auth flags. Export as JSON to feed downstream claims engines.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18304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718304"/>
            <a:ext cx="42519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" y="4846320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46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8280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5  Claims Validator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515721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CPT code auto-travels from rules page → add diagnosis code → Validate. Returns Approved / Denied / Needs Review with policy source and confidence score.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8" y="4718304"/>
            <a:ext cx="4251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18888" y="4718304"/>
            <a:ext cx="42519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28616" y="4846320"/>
            <a:ext cx="347472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8616" y="4846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5816" y="48280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Step 6 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5816" y="5157216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Every AI decision logged with retrieved pages, reasoning steps, evidence quotes, and confidence score — exportable compliance record for CMS audits.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COTIVITI  ·  INTERN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11827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813816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40864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Topic 3 — Content Management in Healthcare: policies, summarization, rule 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2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71216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POC proves: PDF → RAG → structured rules → claims validation → audit trail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38144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01568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3 proposals: Policy Intelligence Layer  ·  Rule Automation  ·  AI 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68496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684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3192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Directly relevant to Cotiviti's payment accuracy and clinical intelligence products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813816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61772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Sohith Kampalli  ·  sohithkampalli@gmail.com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200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20056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github.com/sohithk2002/intellipolicy-ai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22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Submitted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42239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jesus.hurtado@cotiviti.com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247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Institution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82472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University of North Texas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36208"/>
            <a:ext cx="813816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9107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"Turning written policy into intelligent, auditable decisions."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91440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62940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IntelliPolicy AI  ·  Cotiviti Intern Assessment  ·  Sohith Kampalli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