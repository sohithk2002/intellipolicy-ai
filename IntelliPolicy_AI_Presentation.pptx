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91440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COTIVITI  ·  INTERN ASSESSMENT  ·  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111827"/>
                </a:solidFill>
                <a:latin typeface="Calibri"/>
              </a:rPr>
              <a:t>IntelliPolicy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Intelligent Policy Content Management for Healthcare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813816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4963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Submitted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496312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Sohith Kampalli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971800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Software Engineer Intern  ·  University of North Texas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4728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Topic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447288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Billing &amp; Coding Policies  ·  Summarization  ·  Rule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2277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POC 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922776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Next.js 14  ·  FastAPI  ·  BAAI/bge-small  ·  RAG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9826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4398264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July 01,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989320"/>
            <a:ext cx="4023360" cy="310896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989320"/>
            <a:ext cx="36576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035040"/>
            <a:ext cx="37490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github.com/sohithk2002/intellipolicy-ai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9144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914400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629400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IntelliPolicy AI  ·  Cotiviti Intern Assessment  ·  Sohith Kampalli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321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RESEARCH REPORT  ·  SECTION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256032" cy="27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11827"/>
                </a:solidFill>
                <a:latin typeface="Calibri"/>
              </a:rPr>
              <a:t>What Is Content Management in Health Care?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50976"/>
            <a:ext cx="832104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8321040" cy="1024128"/>
          </a:xfrm>
          <a:prstGeom prst="rect">
            <a:avLst/>
          </a:prstGeom>
          <a:solidFill>
            <a:srgbClr val="D1FAE5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97280"/>
            <a:ext cx="36576" cy="10241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89888"/>
            <a:ext cx="8001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  <a:latin typeface="Calibri"/>
              </a:rPr>
              <a:t>The systematic ingestion, organisation, and transformation of clinical and administrative documents — billing and coding policies, clinical practice guidelines, and payer-provider contracts — into structured, machine-readable formats enabling automated decision-making, audit, and compliance.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9424"/>
            <a:ext cx="2670048" cy="30358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249424"/>
            <a:ext cx="2670048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237744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Billing &amp; Coding Policies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78892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CMS manuals · CPT/ICD-10 crosswalks
Prior-auth rules · Frequency limits
Updated quarterly across 50+ payers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" y="5029200"/>
            <a:ext cx="1005840" cy="2194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502920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18688" y="2249424"/>
            <a:ext cx="2670048" cy="30358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18688" y="2249424"/>
            <a:ext cx="2670048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237744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Clinical Practice Guidelines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78892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Evidence-based care pathways
Medical necessity criteria
Vary by plan type and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5029200"/>
            <a:ext cx="1005840" cy="2194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502920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25896" y="2249424"/>
            <a:ext cx="2670048" cy="30358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25896" y="2249424"/>
            <a:ext cx="2670048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0488" y="237744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Payer-Provider Contracts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278892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Fee schedules · Bundled payments
Carve-outs · Network terms
Renegotiated annually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5029200"/>
            <a:ext cx="1005840" cy="21945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0488" y="502920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611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611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9144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914400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629400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IntelliPolicy AI  ·  Cotiviti Intern Assessment  ·  Sohith Kampalli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321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RESEARCH REPORT  ·  SECTIONS 2 &amp;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256032" cy="27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11827"/>
                </a:solidFill>
                <a:latin typeface="Calibri"/>
              </a:rPr>
              <a:t>Trends  ·  Opportunities  ·  Threats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50976"/>
            <a:ext cx="832104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KEY TRENDS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35204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" cy="107899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630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LLMs for 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3246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GPT-4, Gemini, Claude read 200-page
PDFs and answer coverage questions
with page-level citations.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560320"/>
            <a:ext cx="35204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560320"/>
            <a:ext cx="36576" cy="107899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65176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RAG 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962656"/>
            <a:ext cx="3246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Retrieval-Augmented Generation grounds
AI answers in specific document evidence —
critical for regulatory accuracy.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49039"/>
            <a:ext cx="35204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3749039"/>
            <a:ext cx="36576" cy="107899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840479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Rule Extraction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151376"/>
            <a:ext cx="3246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NLP converts written policy into machine-
readable IF/THEN logic for automated
claims adjudication.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937760"/>
            <a:ext cx="35204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937760"/>
            <a:ext cx="36576" cy="107899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292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Automated 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340096"/>
            <a:ext cx="3246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AI detects changes between policy versions
instantly — replacing manual review
cycles that take weeks.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1078992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OPPORTUNITIES FOR COTIVITI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1371600"/>
            <a:ext cx="4663440" cy="502920"/>
          </a:xfrm>
          <a:prstGeom prst="rect">
            <a:avLst/>
          </a:prstGeom>
          <a:solidFill>
            <a:srgbClr val="D1FAE5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0" y="1371600"/>
            <a:ext cx="36576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146304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59669"/>
                </a:solidFill>
                <a:latin typeface="Calibri"/>
              </a:rPr>
              <a:t>✓  Automate prior-auth review — 60–80% less analyst handle time per claim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1956816"/>
            <a:ext cx="4663440" cy="502920"/>
          </a:xfrm>
          <a:prstGeom prst="rect">
            <a:avLst/>
          </a:prstGeom>
          <a:solidFill>
            <a:srgbClr val="D1FAE5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0" y="1956816"/>
            <a:ext cx="36576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0248" y="204825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59669"/>
                </a:solidFill>
                <a:latin typeface="Calibri"/>
              </a:rPr>
              <a:t>✓  Real-time CPT/ICD-10 adjudication against extracted policy rules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2542032"/>
            <a:ext cx="4663440" cy="502920"/>
          </a:xfrm>
          <a:prstGeom prst="rect">
            <a:avLst/>
          </a:prstGeom>
          <a:solidFill>
            <a:srgbClr val="D1FAE5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0" y="2542032"/>
            <a:ext cx="36576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70248" y="2633472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59669"/>
                </a:solidFill>
                <a:latin typeface="Calibri"/>
              </a:rPr>
              <a:t>✓  Instant policy version diff — surface coverage changes on publication day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3127248"/>
            <a:ext cx="4663440" cy="502920"/>
          </a:xfrm>
          <a:prstGeom prst="rect">
            <a:avLst/>
          </a:prstGeom>
          <a:solidFill>
            <a:srgbClr val="D1FAE5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0" y="3127248"/>
            <a:ext cx="36576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0248" y="321868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59669"/>
                </a:solidFill>
                <a:latin typeface="Calibri"/>
              </a:rPr>
              <a:t>✓  Full audit trail per AI decision — defensible compliance documentation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794760"/>
            <a:ext cx="4663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C2626"/>
                </a:solidFill>
                <a:latin typeface="Calibri"/>
              </a:rPr>
              <a:t>THREATS &amp; CHALLENGES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4078224"/>
            <a:ext cx="4663440" cy="50292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4078224"/>
            <a:ext cx="36576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0248" y="4169663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C2626"/>
                </a:solidFill>
                <a:latin typeface="Calibri"/>
              </a:rPr>
              <a:t>⚠  LLM hallucination in clinical context — wrong decisions risk patient harm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4663440"/>
            <a:ext cx="4663440" cy="50292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0" y="4663440"/>
            <a:ext cx="36576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0248" y="4754879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C2626"/>
                </a:solidFill>
                <a:latin typeface="Calibri"/>
              </a:rPr>
              <a:t>⚠  HIPAA compliance — AI near PHI must meet security rule requirements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248656"/>
            <a:ext cx="4663440" cy="50292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14800" y="5248656"/>
            <a:ext cx="36576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70248" y="534009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C2626"/>
                </a:solidFill>
                <a:latin typeface="Calibri"/>
              </a:rPr>
              <a:t>⚠  Model drift — policies update quarterly; embeddings must stay current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0" y="5833872"/>
            <a:ext cx="4663440" cy="502920"/>
          </a:xfrm>
          <a:prstGeom prst="rect">
            <a:avLst/>
          </a:prstGeom>
          <a:solidFill>
            <a:srgbClr val="FEE2E2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0" y="5833872"/>
            <a:ext cx="36576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70248" y="5925312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C2626"/>
                </a:solidFill>
                <a:latin typeface="Calibri"/>
              </a:rPr>
              <a:t>⚠  Vendor dependency — third-party LLM APIs create cost and availability risk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601968"/>
            <a:ext cx="9144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601968"/>
            <a:ext cx="914400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629400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IntelliPolicy AI  ·  Cotiviti Intern Assessment  ·  Sohith Kampalli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321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RESEARCH REPORT  ·  SECTION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256032" cy="27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11827"/>
                </a:solidFill>
                <a:latin typeface="Calibri"/>
              </a:rPr>
              <a:t>Strategic Proposals for Cotiviti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50976"/>
            <a:ext cx="832104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15568"/>
            <a:ext cx="832104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15568"/>
            <a:ext cx="832104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1208" y="1225295"/>
            <a:ext cx="402336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25295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1207008"/>
            <a:ext cx="75712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Calibri"/>
              </a:rPr>
              <a:t>Build a Policy Intelligence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554480"/>
            <a:ext cx="757123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A RAG-based internal platform that ingests all payer policy PDFs on publication and makes them instantly queryable by analysts and adjudication systems — eliminating manual review cycles and reducing prior-auth processing from days to seconds.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2487168"/>
            <a:ext cx="7571231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059669"/>
                </a:solidFill>
                <a:latin typeface="Calibri"/>
              </a:rPr>
              <a:t>→  60–80% reduction in analyst policy-review time per claim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889504"/>
            <a:ext cx="832104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889504"/>
            <a:ext cx="832104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1208" y="2999232"/>
            <a:ext cx="402336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" y="299923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2980944"/>
            <a:ext cx="75712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Calibri"/>
              </a:rPr>
              <a:t>Automate Rule-to-Code Conversion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" y="3328416"/>
            <a:ext cx="757123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LLM rule extraction automatically converts written billing and coding policies into structured IF/THEN business rules that feed directly into claims adjudication engines — replacing manual rule coding and reducing update lag from weeks to hours.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" y="4261104"/>
            <a:ext cx="7571231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D97706"/>
                </a:solidFill>
                <a:latin typeface="Calibri"/>
              </a:rPr>
              <a:t>→  Faster policy-to-production cycles with fewer coding errors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663440"/>
            <a:ext cx="832104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663440"/>
            <a:ext cx="832104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1208" y="4773168"/>
            <a:ext cx="402336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77316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4754879"/>
            <a:ext cx="75712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Calibri"/>
              </a:rPr>
              <a:t>Deploy AI-Powered Audit Trail as a Product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102352"/>
            <a:ext cx="757123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Every AI coverage decision logged with retrieved evidence, reasoning steps, and confidence scores. Position as a premium compliance product for health plan clients facing CMS audits and provider appeal volumes.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" y="6035040"/>
            <a:ext cx="7571231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DC2626"/>
                </a:solidFill>
                <a:latin typeface="Calibri"/>
              </a:rPr>
              <a:t>→  Audit-ready documentation and reduced appeal liability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9144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914400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629400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IntelliPolicy AI  ·  Cotiviti Intern Assessment  ·  Sohith Kampalli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321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256032" cy="27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11827"/>
                </a:solidFill>
                <a:latin typeface="Calibri"/>
              </a:rPr>
              <a:t>IntelliPolicy AI — How It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50976"/>
            <a:ext cx="832104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8321040" cy="658368"/>
          </a:xfrm>
          <a:prstGeom prst="rect">
            <a:avLst/>
          </a:prstGeom>
          <a:solidFill>
            <a:srgbClr val="D1FAE5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97280"/>
            <a:ext cx="36576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What it proves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371600"/>
            <a:ext cx="8001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  <a:latin typeface="Calibri"/>
              </a:rPr>
              <a:t>Written healthcare policy can be automatically ingested, queried in natural language, converted into structured business rules, and used to validate insurance claims — with a full audit trail on every single decision.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892807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5-STEP PROCESSING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76272"/>
            <a:ext cx="157276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176272"/>
            <a:ext cx="1572768" cy="3657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267712"/>
            <a:ext cx="1389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Calibri"/>
              </a:rPr>
              <a:t>① Upload 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24912"/>
            <a:ext cx="138988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pdfplumber
extracts text
by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310896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93976" y="2176272"/>
            <a:ext cx="157276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93976" y="2176272"/>
            <a:ext cx="1572768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85416" y="2267712"/>
            <a:ext cx="1389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Calibri"/>
              </a:rPr>
              <a:t>② Chunk &amp; Embed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85416" y="2724912"/>
            <a:ext cx="138988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512-token chunks
BAA bge-small
384-dim vectors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310896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76472" y="2176272"/>
            <a:ext cx="157276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76472" y="2176272"/>
            <a:ext cx="1572768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67911" y="2267712"/>
            <a:ext cx="1389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Calibri"/>
              </a:rPr>
              <a:t>③ Hybrid 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1" y="2724912"/>
            <a:ext cx="138988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70% semantic
30% keyword
fused ranking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310896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58968" y="2176272"/>
            <a:ext cx="157276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58968" y="2176272"/>
            <a:ext cx="1572768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50408" y="2267712"/>
            <a:ext cx="1389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Calibri"/>
              </a:rPr>
              <a:t>④ LLM Generate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0408" y="2724912"/>
            <a:ext cx="138988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Gemini / Claude
structured JSON
with citations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0024" y="310896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41464" y="2176272"/>
            <a:ext cx="157276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41464" y="2176272"/>
            <a:ext cx="1572768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32904" y="2267712"/>
            <a:ext cx="1389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Calibri"/>
              </a:rPr>
              <a:t>⑤ Audit &amp; Validate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2904" y="2724912"/>
            <a:ext cx="138988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74151"/>
                </a:solidFill>
                <a:latin typeface="Calibri"/>
              </a:rPr>
              <a:t>Rule extraction
Claims check
Audit 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55371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6 WORKING FEATURES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846320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4846320"/>
            <a:ext cx="36576" cy="5669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6" y="4910328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📥 Upload Documents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" y="5166359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Ingest any policy PDF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18688" y="4846320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18688" y="4846320"/>
            <a:ext cx="36576" cy="5669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6704" y="4910328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🤖 AI Assistant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46704" y="5166359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Natural language Q&amp;A with citations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25896" y="4846320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25896" y="4846320"/>
            <a:ext cx="36576" cy="5669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53912" y="4910328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⚖  Policy Compare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53912" y="5166359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Version diff with risk scoring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504688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1480" y="5504688"/>
            <a:ext cx="36576" cy="5669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9496" y="5568696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📋 Rule Extraction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9496" y="5824727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IF/THEN business rule parser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18688" y="5504688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18688" y="5504688"/>
            <a:ext cx="36576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6704" y="5568696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🛡 Claims Validator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46704" y="5824727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CPT + ICD-10 claim decision engine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25896" y="5504688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25896" y="5504688"/>
            <a:ext cx="36576" cy="5669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53912" y="5568696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Calibri"/>
              </a:rPr>
              <a:t>🔎 Audit Trail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53912" y="5824727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Full immutable decision log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601968"/>
            <a:ext cx="9144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914400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6629400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IntelliPolicy AI  ·  Cotiviti Intern Assessment  ·  Sohith Kampalli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321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PROOF OF CONCEPT  · 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402336"/>
            <a:ext cx="256032" cy="27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11827"/>
                </a:solidFill>
                <a:latin typeface="Calibri"/>
              </a:rPr>
              <a:t>Feature Walkthrough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50976"/>
            <a:ext cx="832104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425196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97280"/>
            <a:ext cx="4251960" cy="3657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1208" y="1225295"/>
            <a:ext cx="347472" cy="3474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25295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182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1207007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Step 1  Upload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1536192"/>
            <a:ext cx="3566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Load Prior Auth Policy PDF → system chunks into 512-token segments, embeds with BAAI/bge-small-en-v1.5 → fully indexed in under 10 seconds.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18888" y="1097280"/>
            <a:ext cx="425196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18888" y="1097280"/>
            <a:ext cx="425196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28616" y="1225295"/>
            <a:ext cx="347472" cy="3474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8616" y="1225295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1207007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Step 2  AI Q&amp;A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5816" y="1536192"/>
            <a:ext cx="3566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Ask a natural language question → RAG retrieves 5 chunks, filters boilerplate → Gemini returns structured answer with page citations and confidence score.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07791"/>
            <a:ext cx="425196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2907791"/>
            <a:ext cx="425196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1208" y="3035808"/>
            <a:ext cx="347472" cy="3474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303580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301752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Step 3  Compare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3346703"/>
            <a:ext cx="3566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Select two policy versions → AI surfaces every change: old value, new value, risk level — in seconds instead of reading both documents manually.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18888" y="2907791"/>
            <a:ext cx="425196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18888" y="2907791"/>
            <a:ext cx="42519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28616" y="3035808"/>
            <a:ext cx="347472" cy="3474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28616" y="303580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85816" y="301752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Step 4  Rule Extraction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6" y="3346703"/>
            <a:ext cx="3566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Extract → LLM parses policy into IF/THEN business rules with CPT codes, plan types, prior-auth flags. Export as JSON to feed downstream claims engines.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718304"/>
            <a:ext cx="425196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4718304"/>
            <a:ext cx="425196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21208" y="4846320"/>
            <a:ext cx="347472" cy="3474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48463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" y="4828032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Step 5  Claims Validator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" y="5157216"/>
            <a:ext cx="3566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CPT code auto-travels from rules page → add diagnosis code → Validate. Returns Approved / Denied / Needs Review with policy source and confidence score.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18888" y="4718304"/>
            <a:ext cx="425196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18888" y="4718304"/>
            <a:ext cx="425196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28616" y="4846320"/>
            <a:ext cx="347472" cy="3474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28616" y="48463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85816" y="4828032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Calibri"/>
              </a:rPr>
              <a:t>Step 6  Audit Trail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85816" y="5157216"/>
            <a:ext cx="3566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Every AI decision logged with retrieved pages, reasoning steps, evidence quotes, and confidence score — exportable compliance record for CMS audits.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01968"/>
            <a:ext cx="9144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914400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629400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IntelliPolicy AI  ·  Cotiviti Intern Assessment  ·  Sohith Kampalli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91440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COTIVITI  ·  INTERN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11827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03120"/>
            <a:ext cx="813816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377440"/>
            <a:ext cx="201168" cy="20116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40864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  <a:latin typeface="Calibri"/>
              </a:rPr>
              <a:t>Topic 3 — Content Management in Healthcare: policies, summarization, rule 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07792"/>
            <a:ext cx="201168" cy="20116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0779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71216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  <a:latin typeface="Calibri"/>
              </a:rPr>
              <a:t>POC proves: PDF → RAG → structured rules → claims validation → audit trail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38144"/>
            <a:ext cx="201168" cy="20116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3814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  <a:latin typeface="Calibri"/>
              </a:rPr>
              <a:t>3 proposals: Policy Intelligence Layer  ·  Rule Automation  ·  AI Audit Trail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68496"/>
            <a:ext cx="201168" cy="20116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6849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9319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  <a:latin typeface="Calibri"/>
              </a:rPr>
              <a:t>Directly relevant to Cotiviti's payment accuracy and clinical intelligence products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813816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6177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Developer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4617720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Sohith Kampalli  ·  sohithkampalli@gmail.com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02005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GitHub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5020056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github.com/sohithk2002/intellipolicy-ai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223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Submitted 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5422392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jesus.hurtado@cotiviti.com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8247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Institution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5824728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  <a:latin typeface="Calibri"/>
              </a:rPr>
              <a:t>University of North Texas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236208"/>
            <a:ext cx="813816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29107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"Turning written policy into intelligent, auditable decisions."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91440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9144000" cy="137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629400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IntelliPolicy AI  ·  Cotiviti Intern Assessment  ·  Sohith Kampalli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